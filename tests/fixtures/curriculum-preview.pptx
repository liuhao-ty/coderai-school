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8978F-66D5-570F-4960-CC654E678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67793E-BB31-BF98-D83E-A248C4B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064F8D-AD32-E58F-6224-FF430BAD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7E79A-8966-6931-9DC6-23D56EE6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7CF0DD-B30F-09C9-8017-56833E15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2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50E12-2851-7409-A33A-8224E886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9CC903-874E-2923-A2E1-F2EBA2EA2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541733-943D-F5D4-1C30-324BB06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568E8-D3B7-E286-6D06-0963F05A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0CCD38-BFF2-4DB2-9B80-FD9C9112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67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A886B-22FF-E49C-2B3A-B4932CC2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771B23-22A5-8479-A73C-BD342B391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D46D8-9DF2-CC0A-8885-2DB33421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AED44-73C9-5411-08E5-18F66858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E313EE-61A6-F39E-6E89-344423F5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04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A2598-1FD7-EF84-DAD2-F8306311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8C27D-069F-E684-1116-05D4CDEC9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E3B4E7-28C4-CECF-AC60-EDE04DF99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48DEEB-B2B8-0E5C-1091-8A21F60E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971FE3-5A8F-31BA-9BE3-3D014087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090BE-E250-6C5F-65DE-DFA748FE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17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777E5-0D60-3626-A073-0E15549E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9E7248-1FC6-A487-5C2C-682EF6570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B2F60-0EF4-0E4F-7716-0E5B538E0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326E2C-6253-9798-22EE-F9BF4D6DB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6A89E2-67E7-8888-66B3-53821FA9A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8AB03A-71BE-DFD1-BE1C-306E3E6A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1D5632-3C04-220E-3C25-22F050EF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0AA89A-769D-497F-B364-0D303F23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63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17DCF-3783-360B-2AA2-717425A8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B00560-D03F-EE83-1C36-B67DCCDA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BFA4AE-0CA9-C155-CD84-9A5A3DB5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C6872B-F69A-FAE2-28F8-508A14C0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46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0F5B36-A4AD-D992-BC16-60730BE5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843E35-D68C-9969-0B63-CCA8778A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063AD1-DFA4-AEDD-4BD7-CABE92BF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46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21897-F07C-09D4-B587-1FA3139C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C7DF1B-F161-980D-84A8-BB0E03E0E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C70BE-3ADA-BF04-0E99-E18F8FF5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E8344F-8B96-95B2-C4F2-CCD53282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4098F8-084F-1B74-23F8-F98C1EB2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456E21-6176-6809-FE54-72E33230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9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188B5-8CBD-D29B-A0AA-E4308583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1F6ABE-E63E-6052-3CEF-0B75D3DAB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E9218B-2E15-1D49-7003-62A4ACB0F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A903C8-F643-7DFB-7DB9-BCC34D46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BEEAC9-9AB6-7960-C72A-02E82239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93335B-FAA6-F797-9F06-F07A7B62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7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22484-B2ED-D5F1-97B7-AD2A94AA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DB1E29-B490-E78C-8168-E914F7784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6D36A6-6CB5-3E5A-1512-CE1D55FB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89F06-4822-92C4-7273-61203AE7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4700C4-36ED-1F9D-D212-C8E50EEF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12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92AEC4-2574-4FB1-720E-286707C0E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62100C-DC1E-2706-4BBD-C3036AE69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F4C10-0DBC-E7F1-CABB-8DD05BE74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37B2FB-0F09-80D5-6959-312AF795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D56928-5624-427D-9138-45125A7D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40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E32596-E4AD-DCB9-B5C7-9DE1EBCB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33AFB2-03DC-ACEE-E24C-96233EC5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3795F-481F-6FDF-4015-6C3F851CF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C380C-59C3-4CF8-92D2-6B54EAFC4F7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75D825-E4A0-1024-311D-E5D599E75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683A65-BEFB-EDDF-7101-27BA856FA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8EDE7-7CD2-4E3C-880A-1F7F5150D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81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3236A5-8D66-8D86-F753-094A68A3EA77}"/>
              </a:ext>
            </a:extLst>
          </p:cNvPr>
          <p:cNvSpPr txBox="1"/>
          <p:nvPr/>
        </p:nvSpPr>
        <p:spPr>
          <a:xfrm>
            <a:off x="914400" y="9144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CoderAI Curriculum Preview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6FD7BC-B914-0090-3AAF-B0AD110B71EF}"/>
              </a:ext>
            </a:extLst>
          </p:cNvPr>
          <p:cNvSpPr txBox="1"/>
          <p:nvPr/>
        </p:nvSpPr>
        <p:spPr>
          <a:xfrm>
            <a:off x="914400" y="228600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Responsive PDF drawer verification fixture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71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liu</dc:creator>
  <cp:lastModifiedBy>hao liu</cp:lastModifiedBy>
  <cp:revision>1</cp:revision>
  <dcterms:created xsi:type="dcterms:W3CDTF">2026-07-16T16:33:39Z</dcterms:created>
  <dcterms:modified xsi:type="dcterms:W3CDTF">2026-07-16T16:33:39Z</dcterms:modified>
</cp:coreProperties>
</file>